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284B96"/>
                </a:solidFill>
              </a:defRPr>
            </a:pPr>
            <a:r>
              <a:t>Procesos Estocásticos en Python</a:t>
            </a:r>
          </a:p>
          <a:p>
            <a:pPr algn="ctr">
              <a:defRPr sz="2400">
                <a:solidFill>
                  <a:srgbClr val="1E1E1E"/>
                </a:solidFill>
              </a:defRPr>
            </a:pPr>
            <a:r>
              <a:t>Modelos, simulación y análisis de sistemas aleatorios</a:t>
            </a:r>
          </a:p>
          <a:p>
            <a:pPr algn="ctr">
              <a:defRPr sz="1800">
                <a:solidFill>
                  <a:srgbClr val="284B96"/>
                </a:solidFill>
              </a:defRPr>
            </a:pPr>
            <a:r>
              <a:t>Kevin Sossa | Ciencia de Datos y Procesos Estocásticos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284B96"/>
                </a:solidFill>
              </a:defRPr>
            </a:pPr>
            <a:r>
              <a:t>Título del 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Introducción al concepto</a:t>
            </a:r>
          </a:p>
          <a:p>
            <a:r>
              <a:t>• Explicación teórica</a:t>
            </a:r>
          </a:p>
          <a:p>
            <a:r>
              <a:t>• Ejemplo en Python</a:t>
            </a:r>
          </a:p>
          <a:p>
            <a:r>
              <a:t>• Visualización o simulación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284B96"/>
                </a:solidFill>
              </a:defRPr>
            </a:pPr>
            <a:r>
              <a:t>Ejemplo en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nsolas"/>
              </a:defRPr>
            </a:pPr>
            <a:r>
              <a:t>import numpy as np</a:t>
            </a:r>
          </a:p>
          <a:p/>
          <a:p>
            <a:r>
              <a:t># Simulación básica de una cadena de Markov</a:t>
            </a:r>
          </a:p>
          <a:p>
            <a:r>
              <a:t>P = np.array([[0.7, 0.2, 0.1], [0.3, 0.5, 0.2], [0.4, 0.3, 0.3]])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284B96"/>
                </a:solidFill>
              </a:defRPr>
            </a:pPr>
            <a:r>
              <a:t>Reflexión Final</a:t>
            </a:r>
          </a:p>
          <a:p>
            <a:pPr algn="ctr">
              <a:defRPr sz="2200">
                <a:solidFill>
                  <a:srgbClr val="1E1E1E"/>
                </a:solidFill>
              </a:defRPr>
            </a:pPr>
            <a:r>
              <a:t>📘 Próximo paso: Explora el notebook en GitHub para profundizar en la simulación del modelo.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